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3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146847061" r:id="rId13"/>
    <p:sldId id="2146847063" r:id="rId14"/>
    <p:sldId id="2146847062" r:id="rId15"/>
    <p:sldId id="2146847064" r:id="rId16"/>
    <p:sldId id="2146847060" r:id="rId17"/>
    <p:sldId id="268" r:id="rId18"/>
    <p:sldId id="2146847055" r:id="rId19"/>
    <p:sldId id="269" r:id="rId20"/>
    <p:sldId id="2146847058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6/24/2026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6/24/2026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6/24/2026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istudybuddyproject-extffxf6orogfdkfzrkq2k.streamlit.app/" TargetMode="External"/><Relationship Id="rId2" Type="http://schemas.openxmlformats.org/officeDocument/2006/relationships/hyperlink" Target="https://github.com/NeerajChoudhary2005/AI_STUDY_BUDDY_PROJEC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STUDY BUDDY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9502" y="3885868"/>
            <a:ext cx="11467058" cy="1881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>
                <a:solidFill>
                  <a:schemeClr val="accent1"/>
                </a:solidFill>
                <a:latin typeface="Arial"/>
                <a:cs typeface="Arial"/>
              </a:rPr>
              <a:t>Student Name-  </a:t>
            </a:r>
            <a:r>
              <a:rPr lang="en-US" sz="2000" b="1" dirty="0" smtClean="0">
                <a:solidFill>
                  <a:schemeClr val="accent1"/>
                </a:solidFill>
                <a:latin typeface="Arial"/>
                <a:cs typeface="Arial"/>
              </a:rPr>
              <a:t>NEERAJ</a:t>
            </a:r>
            <a:endParaRPr lang="en-US" sz="2000" b="1" dirty="0">
              <a:solidFill>
                <a:schemeClr val="accent1"/>
              </a:solidFill>
              <a:latin typeface="Arial"/>
              <a:cs typeface="Arial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>
                <a:solidFill>
                  <a:schemeClr val="accent1"/>
                </a:solidFill>
                <a:latin typeface="Arial"/>
                <a:cs typeface="Arial"/>
              </a:rPr>
              <a:t>College Name-  </a:t>
            </a:r>
            <a:r>
              <a:rPr lang="en-US" sz="20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SRI BALAJI COLLEGE OF ENGINEERING &amp; TECHNOLOGY, JAIPUR</a:t>
            </a:r>
            <a:endParaRPr lang="en-US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1" dirty="0">
                <a:solidFill>
                  <a:schemeClr val="accent1"/>
                </a:solidFill>
                <a:latin typeface="Arial"/>
                <a:cs typeface="Arial"/>
              </a:rPr>
              <a:t>Department- </a:t>
            </a:r>
            <a:r>
              <a:rPr lang="en-US" sz="20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 OF TECHNOLOGY IN COMPUTER SCIENCE AND ENGINEERING</a:t>
            </a:r>
            <a:endParaRPr lang="en-US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838200"/>
            <a:ext cx="10515600" cy="1045831"/>
          </a:xfrm>
        </p:spPr>
        <p:txBody>
          <a:bodyPr anchor="ctr"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573" y="1447800"/>
            <a:ext cx="10515600" cy="43942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US" sz="4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232452"/>
            <a:ext cx="11029617" cy="5625548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Overload: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College syllabus is huge. Students get very long PDFs and books to read, and extracting important points takes too much time before exams.</a:t>
            </a:r>
          </a:p>
          <a:p>
            <a:pPr algn="just">
              <a:lnSpc>
                <a:spcPct val="16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Lack of Instant Help: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When studying late at night, students cannot ask teachers for help if they don't understand a tough topic.</a:t>
            </a:r>
          </a:p>
          <a:p>
            <a:pPr algn="just">
              <a:lnSpc>
                <a:spcPct val="16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Coding &amp; Math Struggles: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Finding a missing semicolon in programming or solving a multi-step math equation by yourself is very frustrating and time-consuming.</a:t>
            </a:r>
          </a:p>
          <a:p>
            <a:pPr algn="just">
              <a:lnSpc>
                <a:spcPct val="16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Poor Time Management: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Creating a realistic study timetable that covers all syllabus topics in the remaining days is confusing, so students often skip planning.</a:t>
            </a:r>
          </a:p>
          <a:p>
            <a:pPr algn="just">
              <a:lnSpc>
                <a:spcPct val="16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Expensive Tutors: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Hiring private tutors for everyday doubts is not affordable for every student.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066800"/>
            <a:ext cx="11029616" cy="57912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built a web tool called </a:t>
            </a:r>
            <a:r>
              <a:rPr lang="en-US" sz="18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"AI Study Buddy"</a:t>
            </a:r>
            <a:r>
              <a:rPr lang="en-US" sz="1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It acts like a free, 24/7 personal tutor. It contains multiple tools in one place:</a:t>
            </a:r>
          </a:p>
          <a:p>
            <a:pPr algn="just">
              <a:lnSpc>
                <a:spcPct val="150000"/>
              </a:lnSpc>
            </a:pPr>
            <a:r>
              <a:rPr lang="en-US" sz="18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 Explainer:</a:t>
            </a:r>
            <a:r>
              <a:rPr lang="en-US" sz="1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Takes hard textbook definitions and explains them in simple, easy-to-understand words.</a:t>
            </a:r>
          </a:p>
          <a:p>
            <a:pPr algn="just">
              <a:lnSpc>
                <a:spcPct val="150000"/>
              </a:lnSpc>
            </a:pPr>
            <a:r>
              <a:rPr lang="en-US" sz="18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Notes Summarizer:</a:t>
            </a:r>
            <a:r>
              <a:rPr lang="en-US" sz="1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Students paste long paragraphs, and the AI extracts only the main bullet points.</a:t>
            </a:r>
          </a:p>
          <a:p>
            <a:pPr algn="just">
              <a:lnSpc>
                <a:spcPct val="150000"/>
              </a:lnSpc>
            </a:pPr>
            <a:r>
              <a:rPr lang="en-US" sz="18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 Generator:</a:t>
            </a:r>
            <a:r>
              <a:rPr lang="en-US" sz="1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Automatically creates multiple-choice questions from notes so students can test their memory before exams.</a:t>
            </a:r>
          </a:p>
          <a:p>
            <a:pPr algn="just">
              <a:lnSpc>
                <a:spcPct val="150000"/>
              </a:lnSpc>
            </a:pPr>
            <a:r>
              <a:rPr lang="en-US" sz="18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&amp; Math Solvers:</a:t>
            </a:r>
            <a:r>
              <a:rPr lang="en-US" sz="1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Finds bugs in Python/C++ code and solves mathematical problems line-by-line instead of just giving the final answer.</a:t>
            </a:r>
          </a:p>
          <a:p>
            <a:pPr algn="just">
              <a:lnSpc>
                <a:spcPct val="150000"/>
              </a:lnSpc>
            </a:pPr>
            <a:r>
              <a:rPr lang="en-US" sz="18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Generator:</a:t>
            </a:r>
            <a:r>
              <a:rPr lang="en-US" sz="18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Creates a simple day-by-day study timetable based on how many days are left for the exam.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0207474"/>
              </p:ext>
            </p:extLst>
          </p:nvPr>
        </p:nvGraphicFramePr>
        <p:xfrm>
          <a:off x="581191" y="1282701"/>
          <a:ext cx="11029616" cy="5067298"/>
        </p:xfrm>
        <a:graphic>
          <a:graphicData uri="http://schemas.openxmlformats.org/drawingml/2006/table">
            <a:tbl>
              <a:tblPr/>
              <a:tblGrid>
                <a:gridCol w="3482809">
                  <a:extLst>
                    <a:ext uri="{9D8B030D-6E8A-4147-A177-3AD203B41FA5}">
                      <a16:colId xmlns:a16="http://schemas.microsoft.com/office/drawing/2014/main" val="304664731"/>
                    </a:ext>
                  </a:extLst>
                </a:gridCol>
                <a:gridCol w="7546807">
                  <a:extLst>
                    <a:ext uri="{9D8B030D-6E8A-4147-A177-3AD203B41FA5}">
                      <a16:colId xmlns:a16="http://schemas.microsoft.com/office/drawing/2014/main" val="2636861299"/>
                    </a:ext>
                  </a:extLst>
                </a:gridCol>
              </a:tblGrid>
              <a:tr h="63261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TECHNOLOGY SEGMENT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 USED &amp; REASON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475260"/>
                  </a:ext>
                </a:extLst>
              </a:tr>
              <a:tr h="107659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Frontend (Website UI)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Streamlit: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It is a Python library that lets us build web pages instantly without needing to write complex HTML or CSS.</a:t>
                      </a: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68604"/>
                  </a:ext>
                </a:extLst>
              </a:tr>
              <a:tr h="107659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 Logic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3: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The main programming language. We chose it because it handles API connections very easily and securely.</a:t>
                      </a: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839636"/>
                  </a:ext>
                </a:extLst>
              </a:tr>
              <a:tr h="1299337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Artificial Intelligence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 Gemini API: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We used Gemini because it gives highly accurate academic answers, understands code, and is free for student development.</a:t>
                      </a: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081937"/>
                  </a:ext>
                </a:extLst>
              </a:tr>
              <a:tr h="98216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 Control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&amp; GitHub: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Used to save our project files safely on the internet and track our code changes.</a:t>
                      </a:r>
                    </a:p>
                  </a:txBody>
                  <a:tcPr marL="2960" marR="2960" marT="2960" marB="2960" anchor="ctr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12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474370"/>
            <a:ext cx="11029616" cy="5121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 (Prompt Engineering):</a:t>
            </a:r>
          </a:p>
          <a:p>
            <a:pPr marL="0" indent="0" algn="ctr">
              <a:buNone/>
            </a:pPr>
            <a:endParaRPr lang="en-US" sz="1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didn't train a new AI model from scratch because it requires expensive computers.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Instead, we used </a:t>
            </a:r>
            <a:r>
              <a:rPr lang="en-US" sz="2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Engineering</a:t>
            </a:r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We write hidden rules in the Python code.</a:t>
            </a:r>
          </a:p>
          <a:p>
            <a:r>
              <a:rPr lang="en-US" sz="2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When a student asks a math question, our hidden code tells the AI: "Act as a strict teacher. Do not give the direct answer. Show the formula and explain step-by-step."</a:t>
            </a:r>
            <a:endParaRPr lang="en-US" alt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 (Going Live):</a:t>
            </a:r>
          </a:p>
          <a:p>
            <a:pPr marL="0" indent="0" algn="ctr">
              <a:buNone/>
            </a:pPr>
            <a:endParaRPr lang="en-US" sz="1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pushed our final Python code to a </a:t>
            </a:r>
            <a:r>
              <a:rPr lang="en-US" sz="2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repository</a:t>
            </a:r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linked that repository to </a:t>
            </a:r>
            <a:r>
              <a:rPr lang="en-US" sz="2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 Community</a:t>
            </a:r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for free hosting.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app is now live on the internet. Anyone can open the link on their phone or laptop without installing any software.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 smtClean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60004"/>
            <a:ext cx="11029616" cy="5127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 &amp; Efficiency: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The web app runs smoothly. It can summarize a 1000-word essay into 5 bullet points in under 3 seconds.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Accuracy: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In our testing, it successfully found missing semicolons and indentation errors in programming scripts.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Friendly: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The simple sidebar menu makes it very easy for non-technical students to navigate between different tools.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 Use: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It successfully generates valid </a:t>
            </a:r>
            <a:r>
              <a:rPr lang="en-US" sz="2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Seven or more days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schedules based on provided syllabus topics.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Output Samples </a:t>
            </a:r>
            <a:endParaRPr lang="en-US" sz="4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1" y="1473200"/>
            <a:ext cx="9893300" cy="4711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192" y="1473200"/>
            <a:ext cx="574508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0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37" y="930111"/>
            <a:ext cx="9925363" cy="519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4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37" y="930111"/>
            <a:ext cx="10058400" cy="52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2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36" y="984095"/>
            <a:ext cx="10446063" cy="515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6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952501"/>
            <a:ext cx="104394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36" y="987272"/>
            <a:ext cx="10534963" cy="514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2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44926"/>
            <a:ext cx="11029615" cy="4673324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project proves that Artificial Intelligence can be used positively for 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learning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not just for copying assignments or cheating.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successfully acts as a personalized tutor that is available at midnight before an exam when teachers are not around.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automating tasks like summarizing and scheduling, it saves hours of preparation time, allowing students to focus purely on understanding the core concepts.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this Capstone project gave us practical, hands-on experience with API integration, cloud deployment, and Python web development.</a:t>
            </a:r>
          </a:p>
          <a:p>
            <a:pPr marL="305435" indent="-305435" algn="just">
              <a:lnSpc>
                <a:spcPct val="150000"/>
              </a:lnSpc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71" y="1480878"/>
            <a:ext cx="11029615" cy="696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■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PDF &amp; Image Upload: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 Add a feature to upload PDF files or photos of textbook pages so students don't have to manually type or copy-paste long texts.</a:t>
            </a:r>
          </a:p>
          <a:p>
            <a:pPr marL="34290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■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■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User Accounts &amp; Database: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Connect the app to a database (like Firebase) to add a login system, allowing students to save their past quizzes and study schedules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■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■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Voice Input (Speech-to-Text):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Add a microphone button so students can ask their doubts by speaking instead of typing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■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■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Regional Languages: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Translate the AI output into local languages like Hindi or Assamese so students from rural backgrounds can also benefit.</a:t>
            </a:r>
          </a:p>
          <a:p>
            <a:pPr marL="34290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■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81192" y="1371600"/>
            <a:ext cx="1102961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Franklin Gothic Book" panose="020B0503020102020204" pitchFamily="34" charset="0"/>
              <a:buChar char="■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Official Documentation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:-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understand core programming concepts and error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handling.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Franklin Gothic Book" panose="020B0503020102020204" pitchFamily="34" charset="0"/>
              <a:buChar char="■"/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Franklin Gothic Book" panose="020B0503020102020204" pitchFamily="34" charset="0"/>
              <a:buChar char="■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Streamlit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Documentation (docs.streamlit.io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):-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learn how to build the user interface, buttons, and text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areas.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Franklin Gothic Book" panose="020B0503020102020204" pitchFamily="34" charset="0"/>
              <a:buChar char="■"/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Franklin Gothic Book" panose="020B0503020102020204" pitchFamily="34" charset="0"/>
              <a:buChar char="■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Generative AI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Guide: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Used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understand how to securely connect and fetch answers from the Gemini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API.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Franklin Gothic Book" panose="020B0503020102020204" pitchFamily="34" charset="0"/>
              <a:buChar char="■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Edunet Foundation:-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learning plan through ibm skill build platform and technical sessions are helped me to build my project.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GitHub </a:t>
            </a:r>
            <a:r>
              <a:rPr lang="en-IN" dirty="0"/>
              <a:t>Link </a:t>
            </a:r>
            <a:r>
              <a:rPr lang="en-IN" dirty="0" smtClean="0"/>
              <a:t>: </a:t>
            </a:r>
            <a:r>
              <a:rPr lang="en-US" dirty="0">
                <a:hlinkClick r:id="rId2"/>
              </a:rPr>
              <a:t>NeerajChoudhary2005/AI_STUDY_BUDDY_PROJECT: Completed core backend logic with all 6 AI Study Buddy </a:t>
            </a:r>
            <a:r>
              <a:rPr lang="en-US" dirty="0" smtClean="0">
                <a:hlinkClick r:id="rId2"/>
              </a:rPr>
              <a:t>features</a:t>
            </a:r>
            <a:endParaRPr lang="en-US" dirty="0" smtClean="0"/>
          </a:p>
          <a:p>
            <a:pPr marL="0" indent="0">
              <a:buNone/>
            </a:pPr>
            <a:endParaRPr lang="en-US" sz="800" dirty="0" smtClean="0"/>
          </a:p>
          <a:p>
            <a:r>
              <a:rPr lang="en-IN" dirty="0" smtClean="0"/>
              <a:t>Deployment </a:t>
            </a:r>
            <a:r>
              <a:rPr lang="en-IN" dirty="0"/>
              <a:t>Link: </a:t>
            </a:r>
            <a:r>
              <a:rPr lang="en-US" dirty="0">
                <a:hlinkClick r:id="rId3"/>
              </a:rPr>
              <a:t>AI Study Buddy · </a:t>
            </a:r>
            <a:r>
              <a:rPr lang="en-US" dirty="0" err="1">
                <a:hlinkClick r:id="rId3"/>
              </a:rPr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9162bd5b-4ed9-4da3-b376-05204580ba3f"/>
    <ds:schemaRef ds:uri="http://schemas.microsoft.com/office/2006/documentManagement/types"/>
    <ds:schemaRef ds:uri="http://purl.org/dc/terms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c0fa2617-96bd-425d-8578-e93563fe37c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1311</TotalTime>
  <Words>236</Words>
  <Application>Microsoft Office PowerPoint</Application>
  <PresentationFormat>Widescreen</PresentationFormat>
  <Paragraphs>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 STUDY BUDDY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Some Output Samples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admin</cp:lastModifiedBy>
  <cp:revision>55</cp:revision>
  <dcterms:created xsi:type="dcterms:W3CDTF">2021-05-26T16:50:10Z</dcterms:created>
  <dcterms:modified xsi:type="dcterms:W3CDTF">2026-06-24T18:08:34Z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